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0D3517-B9C5-4E33-9A2B-B7CFD257BFAA}" v="1" dt="2026-10-02T20:44:02.1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Moraes" userId="d131c262126ff83e" providerId="LiveId" clId="{3CFEA9DE-C683-4FBA-A46D-B61760543870}"/>
    <pc:docChg chg="custSel delSld modSld sldOrd">
      <pc:chgData name="Rodrigo Moraes" userId="d131c262126ff83e" providerId="LiveId" clId="{3CFEA9DE-C683-4FBA-A46D-B61760543870}" dt="2026-10-02T20:45:08.858" v="88" actId="2711"/>
      <pc:docMkLst>
        <pc:docMk/>
      </pc:docMkLst>
      <pc:sldChg chg="modSp mod">
        <pc:chgData name="Rodrigo Moraes" userId="d131c262126ff83e" providerId="LiveId" clId="{3CFEA9DE-C683-4FBA-A46D-B61760543870}" dt="2026-10-02T20:42:31.026" v="70" actId="114"/>
        <pc:sldMkLst>
          <pc:docMk/>
          <pc:sldMk cId="0" sldId="256"/>
        </pc:sldMkLst>
        <pc:spChg chg="mod">
          <ac:chgData name="Rodrigo Moraes" userId="d131c262126ff83e" providerId="LiveId" clId="{3CFEA9DE-C683-4FBA-A46D-B61760543870}" dt="2026-10-02T20:42:10.573" v="45" actId="403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2:31.026" v="70" actId="114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Rodrigo Moraes" userId="d131c262126ff83e" providerId="LiveId" clId="{3CFEA9DE-C683-4FBA-A46D-B61760543870}" dt="2026-10-02T20:42:00.253" v="43" actId="47"/>
        <pc:sldMkLst>
          <pc:docMk/>
          <pc:sldMk cId="0" sldId="257"/>
        </pc:sldMkLst>
      </pc:sldChg>
      <pc:sldChg chg="modSp mod">
        <pc:chgData name="Rodrigo Moraes" userId="d131c262126ff83e" providerId="LiveId" clId="{3CFEA9DE-C683-4FBA-A46D-B61760543870}" dt="2026-10-02T20:42:41.836" v="71" actId="403"/>
        <pc:sldMkLst>
          <pc:docMk/>
          <pc:sldMk cId="0" sldId="258"/>
        </pc:sldMkLst>
        <pc:spChg chg="mod">
          <ac:chgData name="Rodrigo Moraes" userId="d131c262126ff83e" providerId="LiveId" clId="{3CFEA9DE-C683-4FBA-A46D-B61760543870}" dt="2026-10-02T20:42:41.836" v="71" actId="403"/>
          <ac:spMkLst>
            <pc:docMk/>
            <pc:sldMk cId="0" sldId="258"/>
            <ac:spMk id="10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2:41.836" v="71" actId="403"/>
          <ac:spMkLst>
            <pc:docMk/>
            <pc:sldMk cId="0" sldId="258"/>
            <ac:spMk id="11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2:41.836" v="71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2:41.836" v="71" actId="403"/>
          <ac:spMkLst>
            <pc:docMk/>
            <pc:sldMk cId="0" sldId="258"/>
            <ac:spMk id="15" creationId="{00000000-0000-0000-0000-000000000000}"/>
          </ac:spMkLst>
        </pc:spChg>
      </pc:sldChg>
      <pc:sldChg chg="modSp mod">
        <pc:chgData name="Rodrigo Moraes" userId="d131c262126ff83e" providerId="LiveId" clId="{3CFEA9DE-C683-4FBA-A46D-B61760543870}" dt="2026-10-02T20:42:57.074" v="73" actId="403"/>
        <pc:sldMkLst>
          <pc:docMk/>
          <pc:sldMk cId="0" sldId="260"/>
        </pc:sldMkLst>
        <pc:spChg chg="mod">
          <ac:chgData name="Rodrigo Moraes" userId="d131c262126ff83e" providerId="LiveId" clId="{3CFEA9DE-C683-4FBA-A46D-B61760543870}" dt="2026-10-02T20:42:57.074" v="73" actId="40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2:57.074" v="73" actId="40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2:57.074" v="73" actId="403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2:57.074" v="73" actId="403"/>
          <ac:spMkLst>
            <pc:docMk/>
            <pc:sldMk cId="0" sldId="260"/>
            <ac:spMk id="15" creationId="{00000000-0000-0000-0000-000000000000}"/>
          </ac:spMkLst>
        </pc:spChg>
      </pc:sldChg>
      <pc:sldChg chg="modSp mod">
        <pc:chgData name="Rodrigo Moraes" userId="d131c262126ff83e" providerId="LiveId" clId="{3CFEA9DE-C683-4FBA-A46D-B61760543870}" dt="2026-10-02T20:43:07.682" v="75" actId="403"/>
        <pc:sldMkLst>
          <pc:docMk/>
          <pc:sldMk cId="0" sldId="262"/>
        </pc:sldMkLst>
        <pc:spChg chg="mod">
          <ac:chgData name="Rodrigo Moraes" userId="d131c262126ff83e" providerId="LiveId" clId="{3CFEA9DE-C683-4FBA-A46D-B61760543870}" dt="2026-10-02T20:43:07.682" v="75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3:07.682" v="75" actId="403"/>
          <ac:spMkLst>
            <pc:docMk/>
            <pc:sldMk cId="0" sldId="262"/>
            <ac:spMk id="11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3:07.682" v="75" actId="403"/>
          <ac:spMkLst>
            <pc:docMk/>
            <pc:sldMk cId="0" sldId="262"/>
            <ac:spMk id="14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3:07.682" v="75" actId="403"/>
          <ac:spMkLst>
            <pc:docMk/>
            <pc:sldMk cId="0" sldId="262"/>
            <ac:spMk id="15" creationId="{00000000-0000-0000-0000-000000000000}"/>
          </ac:spMkLst>
        </pc:spChg>
      </pc:sldChg>
      <pc:sldChg chg="modSp mod">
        <pc:chgData name="Rodrigo Moraes" userId="d131c262126ff83e" providerId="LiveId" clId="{3CFEA9DE-C683-4FBA-A46D-B61760543870}" dt="2026-10-02T20:43:22.663" v="77" actId="403"/>
        <pc:sldMkLst>
          <pc:docMk/>
          <pc:sldMk cId="0" sldId="264"/>
        </pc:sldMkLst>
        <pc:spChg chg="mod">
          <ac:chgData name="Rodrigo Moraes" userId="d131c262126ff83e" providerId="LiveId" clId="{3CFEA9DE-C683-4FBA-A46D-B61760543870}" dt="2026-10-02T20:43:22.663" v="77" actId="403"/>
          <ac:spMkLst>
            <pc:docMk/>
            <pc:sldMk cId="0" sldId="264"/>
            <ac:spMk id="7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3:22.663" v="77" actId="403"/>
          <ac:spMkLst>
            <pc:docMk/>
            <pc:sldMk cId="0" sldId="264"/>
            <ac:spMk id="8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3:22.663" v="77" actId="40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3:22.663" v="77" actId="40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3:22.663" v="77" actId="403"/>
          <ac:spMkLst>
            <pc:docMk/>
            <pc:sldMk cId="0" sldId="264"/>
            <ac:spMk id="15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3:22.663" v="77" actId="403"/>
          <ac:spMkLst>
            <pc:docMk/>
            <pc:sldMk cId="0" sldId="264"/>
            <ac:spMk id="16" creationId="{00000000-0000-0000-0000-000000000000}"/>
          </ac:spMkLst>
        </pc:spChg>
      </pc:sldChg>
      <pc:sldChg chg="delSp modSp mod">
        <pc:chgData name="Rodrigo Moraes" userId="d131c262126ff83e" providerId="LiveId" clId="{3CFEA9DE-C683-4FBA-A46D-B61760543870}" dt="2026-10-02T20:45:08.858" v="88" actId="2711"/>
        <pc:sldMkLst>
          <pc:docMk/>
          <pc:sldMk cId="0" sldId="265"/>
        </pc:sldMkLst>
        <pc:spChg chg="mod">
          <ac:chgData name="Rodrigo Moraes" userId="d131c262126ff83e" providerId="LiveId" clId="{3CFEA9DE-C683-4FBA-A46D-B61760543870}" dt="2026-10-02T20:45:08.858" v="88" actId="2711"/>
          <ac:spMkLst>
            <pc:docMk/>
            <pc:sldMk cId="0" sldId="265"/>
            <ac:spMk id="13" creationId="{00000000-0000-0000-0000-000000000000}"/>
          </ac:spMkLst>
        </pc:spChg>
        <pc:spChg chg="del">
          <ac:chgData name="Rodrigo Moraes" userId="d131c262126ff83e" providerId="LiveId" clId="{3CFEA9DE-C683-4FBA-A46D-B61760543870}" dt="2026-10-02T20:43:37.488" v="78" actId="478"/>
          <ac:spMkLst>
            <pc:docMk/>
            <pc:sldMk cId="0" sldId="265"/>
            <ac:spMk id="14" creationId="{00000000-0000-0000-0000-000000000000}"/>
          </ac:spMkLst>
        </pc:spChg>
      </pc:sldChg>
      <pc:sldChg chg="delSp modSp mod ord">
        <pc:chgData name="Rodrigo Moraes" userId="d131c262126ff83e" providerId="LiveId" clId="{3CFEA9DE-C683-4FBA-A46D-B61760543870}" dt="2026-10-02T20:41:54.160" v="42" actId="1036"/>
        <pc:sldMkLst>
          <pc:docMk/>
          <pc:sldMk cId="0" sldId="266"/>
        </pc:sldMkLst>
        <pc:spChg chg="mod">
          <ac:chgData name="Rodrigo Moraes" userId="d131c262126ff83e" providerId="LiveId" clId="{3CFEA9DE-C683-4FBA-A46D-B61760543870}" dt="2026-10-02T20:41:54.160" v="42" actId="10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Rodrigo Moraes" userId="d131c262126ff83e" providerId="LiveId" clId="{3CFEA9DE-C683-4FBA-A46D-B61760543870}" dt="2026-10-02T20:41:49.935" v="32" actId="1036"/>
          <ac:spMkLst>
            <pc:docMk/>
            <pc:sldMk cId="0" sldId="266"/>
            <ac:spMk id="8" creationId="{00000000-0000-0000-0000-000000000000}"/>
          </ac:spMkLst>
        </pc:spChg>
        <pc:spChg chg="del">
          <ac:chgData name="Rodrigo Moraes" userId="d131c262126ff83e" providerId="LiveId" clId="{3CFEA9DE-C683-4FBA-A46D-B61760543870}" dt="2026-10-02T20:41:33.244" v="2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Rodrigo Moraes" userId="d131c262126ff83e" providerId="LiveId" clId="{3CFEA9DE-C683-4FBA-A46D-B61760543870}" dt="2026-10-02T20:41:33.244" v="2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Rodrigo Moraes" userId="d131c262126ff83e" providerId="LiveId" clId="{3CFEA9DE-C683-4FBA-A46D-B61760543870}" dt="2026-10-02T20:41:33.244" v="2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Rodrigo Moraes" userId="d131c262126ff83e" providerId="LiveId" clId="{3CFEA9DE-C683-4FBA-A46D-B61760543870}" dt="2026-10-02T20:41:33.244" v="2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Rodrigo Moraes" userId="d131c262126ff83e" providerId="LiveId" clId="{3CFEA9DE-C683-4FBA-A46D-B61760543870}" dt="2026-10-02T20:41:33.244" v="2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Rodrigo Moraes" userId="d131c262126ff83e" providerId="LiveId" clId="{3CFEA9DE-C683-4FBA-A46D-B61760543870}" dt="2026-10-02T20:41:33.244" v="2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Rodrigo Moraes" userId="d131c262126ff83e" providerId="LiveId" clId="{3CFEA9DE-C683-4FBA-A46D-B61760543870}" dt="2026-10-02T20:41:33.244" v="2" actId="478"/>
          <ac:spMkLst>
            <pc:docMk/>
            <pc:sldMk cId="0" sldId="266"/>
            <ac:spMk id="15" creationId="{00000000-0000-0000-0000-000000000000}"/>
          </ac:spMkLst>
        </pc:spChg>
        <pc:spChg chg="del">
          <ac:chgData name="Rodrigo Moraes" userId="d131c262126ff83e" providerId="LiveId" clId="{3CFEA9DE-C683-4FBA-A46D-B61760543870}" dt="2026-10-02T20:41:33.244" v="2" actId="478"/>
          <ac:spMkLst>
            <pc:docMk/>
            <pc:sldMk cId="0" sldId="266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0686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ap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65760"/>
            <a:ext cx="941832" cy="2386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860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9A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9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Transições e Animações em CSS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633911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Development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ap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65760"/>
            <a:ext cx="941832" cy="2386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DA AULA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os arquivos no GitHub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973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da aula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58740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https://github.com/profrodrigomoraes/fiap-ad-aula9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ap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65760"/>
            <a:ext cx="941832" cy="2386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propriedade transition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GERAL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2140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777240" y="21214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transition: </a:t>
            </a: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propriedade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duração;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1455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54864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3090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 a mudança de um valor CSS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4564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vez de trocar instantaneamente, o navegador desenha os passos intermediários.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F9A8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54864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41422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junto com :hover, ou qualquer mudança de estado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5079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 declarar a transition na regra normal — o :hover só muda o valor final.</a:t>
            </a:r>
            <a:endParaRPr lang="en-US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ap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65760"/>
            <a:ext cx="941832" cy="2386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9A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de fundo mudando suavemente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310896"/>
          </a:xfrm>
          <a:prstGeom prst="roundRect">
            <a:avLst>
              <a:gd name="adj" fmla="val 23529"/>
            </a:avLst>
          </a:prstGeom>
          <a:solidFill>
            <a:srgbClr val="2D2D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48640" y="1636776"/>
            <a:ext cx="11064240" cy="91440"/>
          </a:xfrm>
          <a:prstGeom prst="rect">
            <a:avLst/>
          </a:prstGeom>
          <a:solidFill>
            <a:srgbClr val="2D2D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731520" y="15179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950976" y="15179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1170432" y="15179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48640" y="1728216"/>
            <a:ext cx="2011680" cy="329184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731520" y="17282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221992"/>
            <a:ext cx="105156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.caixa {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#1c7293;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background-color 0.3s ease;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.caixa:hover {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#f9a828;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093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transition, a cor trocaria instantaneamente ao passar o mouse.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ap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65760"/>
            <a:ext cx="941832" cy="2386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propriedade transform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GERAL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2140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777240" y="21214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 </a:t>
            </a: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translateY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(-8px) </a:t>
            </a: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(1.05);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1455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54864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3090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gira ou aumenta um elemento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4564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translateY() desloca, scale() muda o tamanho — sem afetar o layout ao redor.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5FA3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54864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41422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 com transition, o movimento vira suave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5079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sozinho ainda troca na hora — quem anima é o transition.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ap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65760"/>
            <a:ext cx="941832" cy="2386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9A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que sobe ao passar o mouse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64240" cy="4114800"/>
          </a:xfrm>
          <a:prstGeom prst="roundRect">
            <a:avLst>
              <a:gd name="adj" fmla="val 177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48640" y="1325880"/>
            <a:ext cx="11064240" cy="310896"/>
          </a:xfrm>
          <a:prstGeom prst="roundRect">
            <a:avLst>
              <a:gd name="adj" fmla="val 23529"/>
            </a:avLst>
          </a:prstGeom>
          <a:solidFill>
            <a:srgbClr val="2D2D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48640" y="1545336"/>
            <a:ext cx="11064240" cy="91440"/>
          </a:xfrm>
          <a:prstGeom prst="rect">
            <a:avLst/>
          </a:prstGeom>
          <a:solidFill>
            <a:srgbClr val="2D2D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731520" y="142646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950976" y="142646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1170432" y="142646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48640" y="1636776"/>
            <a:ext cx="2011680" cy="329184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731520" y="16367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130552"/>
            <a:ext cx="10515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.card-hover {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#1f1f2e;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8px;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20px;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transition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transform 0.2s ease;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.card-hover:hover {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translateY(-8px) scale(1.03);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card sobe e cresce um pouco, de forma suave, ao passar o mouse.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ap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65760"/>
            <a:ext cx="941832" cy="2386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e animation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GERAL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21408"/>
            <a:ext cx="10881360" cy="566928"/>
          </a:xfrm>
          <a:prstGeom prst="roundRect">
            <a:avLst>
              <a:gd name="adj" fmla="val 967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777240" y="212140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nome { from {...} to {...} }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1455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 txBox="1"/>
          <p:nvPr/>
        </p:nvSpPr>
        <p:spPr>
          <a:xfrm>
            <a:off x="54864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30906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efeitos que rodam sozinhos, sem depender de hover ou clique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4564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@keyframes define os passos da animação; animation aplica ela num elemento.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F9A8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 txBox="1"/>
          <p:nvPr/>
        </p:nvSpPr>
        <p:spPr>
          <a:xfrm>
            <a:off x="548640" y="4197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41422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rodar uma vez só, ou repetir para sempre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5079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propriedade animation controla duração, repetição (infinite) e mais.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ap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65760"/>
            <a:ext cx="941832" cy="2386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9A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elemento aparecendo com fade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3493008"/>
          </a:xfrm>
          <a:prstGeom prst="roundRect">
            <a:avLst>
              <a:gd name="adj" fmla="val 2094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48640" y="1417320"/>
            <a:ext cx="11064240" cy="310896"/>
          </a:xfrm>
          <a:prstGeom prst="roundRect">
            <a:avLst>
              <a:gd name="adj" fmla="val 23529"/>
            </a:avLst>
          </a:prstGeom>
          <a:solidFill>
            <a:srgbClr val="2D2D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48640" y="1636776"/>
            <a:ext cx="11064240" cy="91440"/>
          </a:xfrm>
          <a:prstGeom prst="rect">
            <a:avLst/>
          </a:prstGeom>
          <a:solidFill>
            <a:srgbClr val="2D2D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731520" y="151790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950976" y="151790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1170432" y="151790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48640" y="1728216"/>
            <a:ext cx="2011680" cy="329184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731520" y="17282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221992"/>
            <a:ext cx="105156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aparecer {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{ opacity: 0; transform: translateY(20px); }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  { opacity: 1; transform: translateY(0); }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.elemento-animado {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600" b="1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animation</a:t>
            </a: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aparecer 1s ease;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0932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que a página carrega, o elemento já aparece animado — sem nenhum evento.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ap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65760"/>
            <a:ext cx="941832" cy="2386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ou animation?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110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transition: reage a uma mudança de estado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227685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um :hover, uma classe nova, ou algo que dispare a mudança.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rgbClr val="F9A8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188720" y="300837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animation: roda sozinha, com ou sem repetição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337413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pra algo automático, como um selo pulsando ou um carregamento.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5FA3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 txBox="1"/>
          <p:nvPr/>
        </p:nvSpPr>
        <p:spPr>
          <a:xfrm>
            <a:off x="5486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410565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podem ser usados juntos, no mesmo elemento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447141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animação automática, e uma transição a mais reagindo ao hover.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ap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365760"/>
            <a:ext cx="941832" cy="23865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9A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os dois num só elemento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1064240" cy="5047488"/>
          </a:xfrm>
          <a:prstGeom prst="roundRect">
            <a:avLst>
              <a:gd name="adj" fmla="val 144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64240" cy="310896"/>
          </a:xfrm>
          <a:prstGeom prst="roundRect">
            <a:avLst>
              <a:gd name="adj" fmla="val 23529"/>
            </a:avLst>
          </a:prstGeom>
          <a:solidFill>
            <a:srgbClr val="2D2D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48640" y="1453896"/>
            <a:ext cx="11064240" cy="91440"/>
          </a:xfrm>
          <a:prstGeom prst="rect">
            <a:avLst/>
          </a:prstGeom>
          <a:solidFill>
            <a:srgbClr val="2D2D3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>
            <a:off x="731520" y="13350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950976" y="13350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1170432" y="13350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548640" y="1545336"/>
            <a:ext cx="2011680" cy="329184"/>
          </a:xfrm>
          <a:prstGeom prst="rect">
            <a:avLst/>
          </a:prstGeom>
          <a:solidFill>
            <a:srgbClr val="2525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 txBox="1"/>
          <p:nvPr/>
        </p:nvSpPr>
        <p:spPr>
          <a:xfrm>
            <a:off x="731520" y="15453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039112"/>
            <a:ext cx="10515600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pt-BR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keyframes</a:t>
            </a: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aparecer {</a:t>
            </a:r>
          </a:p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0% {</a:t>
            </a:r>
          </a:p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opacity</a:t>
            </a: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0;</a:t>
            </a:r>
          </a:p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pt-BR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translateY</a:t>
            </a: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(20px);</a:t>
            </a:r>
          </a:p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}</a:t>
            </a:r>
          </a:p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100% {</a:t>
            </a:r>
          </a:p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opacity</a:t>
            </a: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1;</a:t>
            </a:r>
          </a:p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pt-BR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pt-BR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translateY</a:t>
            </a: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}</a:t>
            </a:r>
          </a:p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.caixa-aparece {</a:t>
            </a:r>
          </a:p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</a:t>
            </a:r>
            <a:r>
              <a:rPr lang="pt-BR" dirty="0" err="1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animation</a:t>
            </a: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aparecer 5s </a:t>
            </a:r>
            <a:r>
              <a:rPr lang="pt-BR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ease</a:t>
            </a:r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pt-BR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Text 12"/>
          <p:cNvSpPr txBox="1"/>
          <p:nvPr/>
        </p:nvSpPr>
        <p:spPr>
          <a:xfrm>
            <a:off x="11551615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Widescreen</PresentationFormat>
  <Paragraphs>121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Rodrigo Moraes</cp:lastModifiedBy>
  <cp:revision>1</cp:revision>
  <dcterms:created xsi:type="dcterms:W3CDTF">2026-09-29T13:40:31Z</dcterms:created>
  <dcterms:modified xsi:type="dcterms:W3CDTF">2026-10-02T20:45:09Z</dcterms:modified>
</cp:coreProperties>
</file>